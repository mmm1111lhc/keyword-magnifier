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2328"/>
                </a:solidFill>
                <a:latin typeface="Microsoft YaHei"/>
              </a:defRPr>
            </a:pPr>
            <a:r>
              <a:t>📥 下载「关键词放大镜」并安装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56D76"/>
                </a:solidFill>
                <a:latin typeface="Microsoft YaHei"/>
              </a:defRPr>
            </a:pPr>
            <a:r>
              <a:t>从 GitHub 下载到 Chrome 安装 · 文科生也能看懂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27B0"/>
                </a:solidFill>
                <a:latin typeface="Microsoft YaHei"/>
              </a:defRPr>
            </a:pPr>
            <a:r>
              <a:t>只用 5 步，就能在自己的浏览器上用这个插件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2011680" cy="5486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① 打开项目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75488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F2328"/>
                </a:solidFill>
                <a:latin typeface="Microsoft YaHei"/>
              </a:defRPr>
            </a:pPr>
            <a:r>
              <a:t>② 下载 ZIP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75488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F2328"/>
                </a:solidFill>
                <a:latin typeface="Microsoft YaHei"/>
              </a:defRPr>
            </a:pPr>
            <a:r>
              <a:t>③ 解压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75488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F2328"/>
                </a:solidFill>
                <a:latin typeface="Microsoft YaHei"/>
              </a:defRPr>
            </a:pPr>
            <a:r>
              <a:t>④ 加载到Chrome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475488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F2328"/>
                </a:solidFill>
                <a:latin typeface="Microsoft YaHei"/>
              </a:defRPr>
            </a:pPr>
            <a:r>
              <a:t>⑤ 开始使用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①：打开项目主页</a:t>
            </a:r>
          </a:p>
        </p:txBody>
      </p:sp>
      <p:pic>
        <p:nvPicPr>
          <p:cNvPr id="4" name="Picture 3" descr="01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第一步：在浏览器打开</a:t>
            </a:r>
            <a:br/>
            <a:br/>
            <a:r>
              <a:t>https://github.com/mmm1111lhc</a:t>
            </a:r>
            <a:br/>
            <a:r>
              <a:t>   /keyword-magnifier</a:t>
            </a:r>
            <a:br/>
            <a:br/>
            <a:r>
              <a:t>这就是关键词放大镜的</a:t>
            </a:r>
            <a:br/>
            <a:r>
              <a:t>GitHub 项目页面</a:t>
            </a:r>
            <a:br/>
            <a:br/>
            <a:r>
              <a:t>📁 可以看到所有代码文件</a:t>
            </a:r>
            <a:br/>
            <a:r>
              <a:t>📄 有 README 说明文档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②：下载 ZIP 压缩包</a:t>
            </a:r>
          </a:p>
        </p:txBody>
      </p:sp>
      <p:pic>
        <p:nvPicPr>
          <p:cNvPr id="4" name="Picture 3" descr="d2_download_z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第二步：点击 Code 按钮</a:t>
            </a:r>
            <a:br/>
            <a:br/>
            <a:r>
              <a:t>选择 Download ZIP</a:t>
            </a:r>
            <a:br/>
            <a:br/>
            <a:r>
              <a:t>📦 浏览器会自动下载</a:t>
            </a:r>
            <a:br/>
            <a:r>
              <a:t>一个 ZIP 压缩包</a:t>
            </a:r>
            <a:br/>
            <a:br/>
            <a:r>
              <a:t>⚠️ 不要选其他选项</a:t>
            </a:r>
            <a:br/>
            <a:r>
              <a:t>就点 Download ZIP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③：解压到本地文件夹</a:t>
            </a:r>
          </a:p>
        </p:txBody>
      </p:sp>
      <p:pic>
        <p:nvPicPr>
          <p:cNvPr id="4" name="Picture 3" descr="d3_zip_down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第三步：找到下载的 ZIP</a:t>
            </a:r>
            <a:br/>
            <a:br/>
            <a:r>
              <a:t>Mac：双击自动解压</a:t>
            </a:r>
            <a:br/>
            <a:r>
              <a:t>Windows：右键 → 解压到…</a:t>
            </a:r>
            <a:br/>
            <a:br/>
            <a:r>
              <a:t>解压后得到文件夹：</a:t>
            </a:r>
            <a:br/>
            <a:r>
              <a:t>keyword-magnifier-main/</a:t>
            </a:r>
            <a:br/>
            <a:br/>
            <a:r>
              <a:t>📁 里面就是全部插件文件</a:t>
            </a:r>
            <a:br/>
            <a:r>
              <a:t>manifest.json / content.js /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④：加载到 Chrome 浏览器</a:t>
            </a:r>
          </a:p>
        </p:txBody>
      </p:sp>
      <p:pic>
        <p:nvPicPr>
          <p:cNvPr id="4" name="Picture 3" descr="d4_chrome_ext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第四步：打开 Chrome</a:t>
            </a:r>
            <a:br/>
            <a:br/>
            <a:r>
              <a:t>地址栏输入：</a:t>
            </a:r>
            <a:br/>
            <a:r>
              <a:t>chrome://extensions</a:t>
            </a:r>
            <a:br/>
            <a:br/>
            <a:r>
              <a:t>右上角打开</a:t>
            </a:r>
            <a:br/>
            <a:r>
              <a:t>「开发者模式」</a:t>
            </a:r>
            <a:br/>
            <a:br/>
            <a:r>
              <a:t>点击</a:t>
            </a:r>
            <a:br/>
            <a:r>
              <a:t>「加载已解压的扩展程序」</a:t>
            </a:r>
            <a:br/>
            <a:br/>
            <a:r>
              <a:t>选择刚才解压的文件夹</a:t>
            </a:r>
            <a:br/>
            <a:r>
              <a:t>keyword-magnifier-main/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⑤：安装成功！开始使用</a:t>
            </a:r>
          </a:p>
        </p:txBody>
      </p:sp>
      <p:pic>
        <p:nvPicPr>
          <p:cNvPr id="4" name="Picture 3" descr="d5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✅ 安装成功！</a:t>
            </a:r>
            <a:br/>
            <a:br/>
            <a:r>
              <a:t>浏览器右上角出现</a:t>
            </a:r>
            <a:br/>
            <a:r>
              <a:t>🔍 橙色图标</a:t>
            </a:r>
            <a:br/>
            <a:br/>
            <a:r>
              <a:t>点击图标打开控制面板</a:t>
            </a:r>
            <a:br/>
            <a:br/>
            <a:r>
              <a:t>功能开关：</a:t>
            </a:r>
            <a:br/>
            <a:r>
              <a:t>🎯 选中放大</a:t>
            </a:r>
            <a:br/>
            <a:r>
              <a:t>🖥️ 演示模式</a:t>
            </a:r>
            <a:br/>
            <a:r>
              <a:t>✏️ 画笔勾画</a:t>
            </a:r>
            <a:br/>
            <a:r>
              <a:t>📝 中文备注</a:t>
            </a:r>
            <a:br/>
            <a:r>
              <a:t>🫥 马赛克</a:t>
            </a:r>
            <a:br/>
            <a:br/>
            <a:r>
              <a:t>所有功能一键开启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⑥：看看效果！</a:t>
            </a:r>
          </a:p>
        </p:txBody>
      </p:sp>
      <p:pic>
        <p:nvPicPr>
          <p:cNvPr id="4" name="Picture 3" descr="d6_demo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安装后去任意网页试试：</a:t>
            </a:r>
            <a:br/>
            <a:br/>
            <a:r>
              <a:t>🎯 拖选文字 → 自动放大</a:t>
            </a:r>
            <a:br/>
            <a:r>
              <a:t>🖥️ 开启演示模式 → 大鼠标</a:t>
            </a:r>
            <a:br/>
            <a:r>
              <a:t>✏️ 开启画板 → 用鼠标/笔勾画</a:t>
            </a:r>
            <a:br/>
            <a:r>
              <a:t>📝 Alt+点击 → 加中文备注</a:t>
            </a:r>
            <a:br/>
            <a:r>
              <a:t>🫥 马赛克 → 点击文字打码</a:t>
            </a:r>
            <a:br/>
            <a:br/>
            <a:r>
              <a:t>💡 支持 iPad 电容笔！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🔄 插件有更新了怎么办？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291840" cy="5486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📥 重新下载 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1. 打开项目主页</a:t>
            </a:r>
            <a:br/>
            <a:r>
              <a:t>2. 点 Code → Download ZIP</a:t>
            </a:r>
            <a:br/>
            <a:r>
              <a:t>3. 解压覆盖旧文件夹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C27B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291840" cy="5486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🔄 刷新扩展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1. 打开 chrome://extensions</a:t>
            </a:r>
            <a:br/>
            <a:r>
              <a:t>2. 找到关键词放大镜</a:t>
            </a:r>
            <a:br/>
            <a:r>
              <a:t>3. 点右下角 🔄 刷新按钮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C27B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291840" cy="5486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✅ 最新版本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刷新后插件自动更新</a:t>
            </a:r>
            <a:br/>
            <a:r>
              <a:t>所有功能保持最新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2328"/>
                </a:solidFill>
                <a:latin typeface="Microsoft YaHei"/>
              </a:defRPr>
            </a:pPr>
            <a:r>
              <a:t>🎉 搞定了！现在你可以用关键词放大镜了！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27B0"/>
                </a:solidFill>
                <a:latin typeface="Microsoft YaHei"/>
              </a:defRPr>
            </a:pPr>
            <a:r>
              <a:t>https://github.com/mmm1111lhc/keyword-magnifier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01168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①</a:t>
            </a:r>
            <a:br/>
            <a:r>
              <a:t>打开项目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C27B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3200400"/>
            <a:ext cx="201168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②</a:t>
            </a:r>
            <a:br/>
            <a:r>
              <a:t>下载 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C27B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200400"/>
            <a:ext cx="201168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③</a:t>
            </a:r>
            <a:br/>
            <a:r>
              <a:t>解压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C27B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200400"/>
            <a:ext cx="201168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④</a:t>
            </a:r>
            <a:br/>
            <a:r>
              <a:t>加载到Chrome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C27B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3200400"/>
            <a:ext cx="201168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⑤</a:t>
            </a:r>
            <a:br/>
            <a:r>
              <a:t>开始使用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56D76"/>
                </a:solidFill>
                <a:latin typeface="Microsoft YaHei"/>
              </a:defRPr>
            </a:pPr>
            <a:r>
              <a:t>下载链接可以随时转发给任何人</a:t>
            </a:r>
            <a:br/>
            <a:r>
              <a:t>对方按这个教程 5 分钟就能装好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