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2328"/>
                </a:solidFill>
                <a:latin typeface="Microsoft YaHei"/>
              </a:defRPr>
            </a:pPr>
            <a:r>
              <a:t>📤 上传「关键词放大镜」到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56D76"/>
                </a:solidFill>
                <a:latin typeface="Microsoft YaHei"/>
              </a:defRPr>
            </a:pPr>
            <a:r>
              <a:t>零基础手把手教学 · 文科生也能看懂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D8C73"/>
                </a:solidFill>
                <a:latin typeface="Microsoft YaHei"/>
              </a:defRPr>
            </a:pPr>
            <a:r>
              <a:t>以你正在用的这个插件为例演示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2011680" cy="5486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① 注册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475488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F2328"/>
                </a:solidFill>
                <a:latin typeface="Microsoft YaHei"/>
              </a:defRPr>
            </a:pPr>
            <a:r>
              <a:t>② 创建仓库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75488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F2328"/>
                </a:solidFill>
                <a:latin typeface="Microsoft YaHei"/>
              </a:defRPr>
            </a:pPr>
            <a:r>
              <a:t>③ 上传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59" y="4754880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F2328"/>
                </a:solidFill>
                <a:latin typeface="Microsoft YaHei"/>
              </a:defRPr>
            </a:pPr>
            <a:r>
              <a:t>④ 看效果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①：打开你的项目主页</a:t>
            </a:r>
          </a:p>
        </p:txBody>
      </p:sp>
      <p:pic>
        <p:nvPicPr>
          <p:cNvPr id="4" name="Picture 3" descr="01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D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https://github.com/mmm1111lhc</a:t>
            </a:r>
            <a:br/>
            <a:r>
              <a:t>   /keyword-magnifier</a:t>
            </a:r>
            <a:br/>
            <a:br/>
            <a:r>
              <a:t>这就是你刚上传的插件项目！</a:t>
            </a:r>
            <a:br/>
            <a:r>
              <a:t>页面上有文件列表、</a:t>
            </a:r>
            <a:br/>
            <a:r>
              <a:t>README 说明、Star/Fork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②：认识项目页面</a:t>
            </a:r>
          </a:p>
        </p:txBody>
      </p:sp>
      <p:pic>
        <p:nvPicPr>
          <p:cNvPr id="4" name="Picture 3" descr="09_rep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D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顶部导航栏：</a:t>
            </a:r>
            <a:br/>
            <a:r>
              <a:t>• Code — 代码文件</a:t>
            </a:r>
            <a:br/>
            <a:r>
              <a:t>• Issues — 问题反馈</a:t>
            </a:r>
            <a:br/>
            <a:r>
              <a:t>• Pull Requests — 合并</a:t>
            </a:r>
            <a:br/>
            <a:r>
              <a:t>• Actions — 自动构建</a:t>
            </a:r>
            <a:br/>
            <a:r>
              <a:t>• Projects — 项目管理</a:t>
            </a:r>
            <a:br/>
            <a:r>
              <a:t>• Settings — 设置</a:t>
            </a:r>
            <a:br/>
            <a:br/>
            <a:r>
              <a:t>右侧：About 信息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③：复制仓库地址（分享给同学）</a:t>
            </a:r>
          </a:p>
        </p:txBody>
      </p:sp>
      <p:pic>
        <p:nvPicPr>
          <p:cNvPr id="4" name="Picture 3" descr="05_code_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D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点绿色 Code 按钮：</a:t>
            </a:r>
            <a:br/>
            <a:br/>
            <a:r>
              <a:t>📍 仓库 URL 在最上面</a:t>
            </a:r>
            <a:br/>
            <a:r>
              <a:t>📋 点复制按钮</a:t>
            </a:r>
            <a:br/>
            <a:br/>
            <a:r>
              <a:t>⇩ Download ZIP</a:t>
            </a:r>
            <a:br/>
            <a:r>
              <a:t>下载整个项目</a:t>
            </a:r>
            <a:br/>
            <a:br/>
            <a:r>
              <a:t>💡 把这个链接发给别人</a:t>
            </a:r>
            <a:br/>
            <a:r>
              <a:t>他们就能下载你的插件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④：浏览插件代码 content.js</a:t>
            </a:r>
          </a:p>
        </p:txBody>
      </p:sp>
      <p:pic>
        <p:nvPicPr>
          <p:cNvPr id="4" name="Picture 3" descr="03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D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点进任意文件看到源代码：</a:t>
            </a:r>
            <a:br/>
            <a:br/>
            <a:r>
              <a:t>content.js — 核心逻辑</a:t>
            </a:r>
            <a:br/>
            <a:r>
              <a:t>• 选中放大</a:t>
            </a:r>
            <a:br/>
            <a:r>
              <a:t>• 演示大鼠标</a:t>
            </a:r>
            <a:br/>
            <a:r>
              <a:t>• 中文备注</a:t>
            </a:r>
            <a:br/>
            <a:r>
              <a:t>• 马赛克</a:t>
            </a:r>
            <a:br/>
            <a:r>
              <a:t>• 画笔勾画</a:t>
            </a:r>
            <a:br/>
            <a:br/>
            <a:r>
              <a:t>GitHub 自动语法高亮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⑤：弹窗界面 popup.html</a:t>
            </a:r>
          </a:p>
        </p:txBody>
      </p:sp>
      <p:pic>
        <p:nvPicPr>
          <p:cNvPr id="4" name="Picture 3" descr="04_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D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popup.html — 控制面板</a:t>
            </a:r>
            <a:br/>
            <a:br/>
            <a:r>
              <a:t>所有功能开关一目了然：</a:t>
            </a:r>
            <a:br/>
            <a:r>
              <a:t>• 🎯 选中放大</a:t>
            </a:r>
            <a:br/>
            <a:r>
              <a:t>• 🖥️ 演示模式</a:t>
            </a:r>
            <a:br/>
            <a:r>
              <a:t>• ✏️ 画笔勾画</a:t>
            </a:r>
            <a:br/>
            <a:r>
              <a:t>• 📝 备注</a:t>
            </a:r>
            <a:br/>
            <a:r>
              <a:t>• 🫥 马赛克</a:t>
            </a:r>
            <a:br/>
            <a:br/>
            <a:r>
              <a:t>点击浏览器右上角</a:t>
            </a:r>
            <a:br/>
            <a:r>
              <a:t>🔍 图标打开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⑥：项目说明书 README</a:t>
            </a:r>
          </a:p>
        </p:txBody>
      </p:sp>
      <p:pic>
        <p:nvPicPr>
          <p:cNvPr id="4" name="Picture 3" descr="06_read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D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README.md 是项目的门面</a:t>
            </a:r>
            <a:br/>
            <a:br/>
            <a:r>
              <a:t>好 README 包含：</a:t>
            </a:r>
            <a:br/>
            <a:r>
              <a:t>• 项目名字 + 干嘛用的</a:t>
            </a:r>
            <a:br/>
            <a:r>
              <a:t>• 全部功能介绍</a:t>
            </a:r>
            <a:br/>
            <a:r>
              <a:t>• 怎么安装</a:t>
            </a:r>
            <a:br/>
            <a:r>
              <a:t>• 使用教程</a:t>
            </a:r>
            <a:br/>
            <a:r>
              <a:t>• 目录结构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⑦：Issues 反馈区</a:t>
            </a:r>
          </a:p>
        </p:txBody>
      </p:sp>
      <p:pic>
        <p:nvPicPr>
          <p:cNvPr id="4" name="Picture 3" descr="07_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D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Issues = 问题反馈区</a:t>
            </a:r>
            <a:br/>
            <a:br/>
            <a:r>
              <a:t>别人可以用 Issues：</a:t>
            </a:r>
            <a:br/>
            <a:r>
              <a:t>• 🐛 报告 Bug</a:t>
            </a:r>
            <a:br/>
            <a:r>
              <a:t>• 💡 提建议</a:t>
            </a:r>
            <a:br/>
            <a:r>
              <a:t>• ❓ 问问题</a:t>
            </a:r>
            <a:br/>
            <a:br/>
            <a:r>
              <a:t>你也可以用来：</a:t>
            </a:r>
            <a:br/>
            <a:r>
              <a:t>• 📝 记录待办</a:t>
            </a:r>
            <a:br/>
            <a:r>
              <a:t>• ✅ 追踪进度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⑧：项目设置</a:t>
            </a:r>
          </a:p>
        </p:txBody>
      </p:sp>
      <p:pic>
        <p:nvPicPr>
          <p:cNvPr id="4" name="Picture 3" descr="08_settings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046720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594360"/>
            <a:ext cx="3383280" cy="5852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D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731520"/>
            <a:ext cx="1645920" cy="3200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步骤 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Settings → 修改项目配置</a:t>
            </a:r>
            <a:br/>
            <a:br/>
            <a:r>
              <a:t>可以修改：</a:t>
            </a:r>
            <a:br/>
            <a:r>
              <a:t>• 项目名称</a:t>
            </a:r>
            <a:br/>
            <a:r>
              <a:t>• 项目描述</a:t>
            </a:r>
            <a:br/>
            <a:r>
              <a:t>• 主题</a:t>
            </a:r>
            <a:br/>
            <a:br/>
            <a:r>
              <a:t>⚠️ 底部 Danger Zone</a:t>
            </a:r>
            <a:br/>
            <a:r>
              <a:t>"Delete this repository"</a:t>
            </a:r>
            <a:br/>
            <a:r>
              <a:t>= 删库跑路！不要乱点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 ⑨：终端执行上传命令</a:t>
            </a:r>
          </a:p>
        </p:txBody>
      </p:sp>
      <p:pic>
        <p:nvPicPr>
          <p:cNvPr id="4" name="Picture 3" descr="10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🔄 以后改代码了怎么更新？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3017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F2328"/>
                </a:solidFill>
                <a:latin typeface="Microsoft YaHei"/>
              </a:defRPr>
            </a:pPr>
            <a:r>
              <a:t>📝 修改本地文件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用编辑器改</a:t>
            </a:r>
            <a:br/>
            <a:r>
              <a:t>content.js 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D8C7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97280"/>
            <a:ext cx="30175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D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F2328"/>
                </a:solidFill>
                <a:latin typeface="Microsoft YaHei"/>
              </a:defRPr>
            </a:pPr>
            <a:r>
              <a:t>🖥️ 执行 3 条命令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6517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git add .</a:t>
            </a:r>
            <a:br/>
            <a:r>
              <a:t>git commit -m "说明"</a:t>
            </a:r>
            <a:br/>
            <a:r>
              <a:t>git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D8C7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097280"/>
            <a:ext cx="3017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F2328"/>
                </a:solidFill>
                <a:latin typeface="Microsoft YaHei"/>
              </a:defRPr>
            </a:pPr>
            <a:r>
              <a:t>☁️ 自动同步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6517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328"/>
                </a:solidFill>
                <a:latin typeface="Microsoft YaHei"/>
              </a:defRPr>
            </a:pPr>
            <a:r>
              <a:t>刷新 GitHub 页面</a:t>
            </a:r>
            <a:br/>
            <a:r>
              <a:t>即可看到最新代码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8C73"/>
                </a:solidFill>
                <a:latin typeface="Microsoft YaHei"/>
              </a:defRPr>
            </a:pPr>
            <a:r>
              <a:t>💡 记住 3 个词即可：add → commit → push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📥 别人怎么下载你的插件？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5303520" cy="5486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方法一：Download ZIP（最简单）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  <a:latin typeface="Microsoft YaHei"/>
              </a:defRPr>
            </a:pPr>
            <a:r>
              <a:t>1. 打开你的 GitHub 项目页</a:t>
            </a:r>
            <a:br/>
            <a:r>
              <a:t>2. 点绿色 Code 按钮</a:t>
            </a:r>
            <a:br/>
            <a:r>
              <a:t>3. 点 Download ZIP</a:t>
            </a:r>
            <a:br/>
            <a:r>
              <a:t>4. 解压文件夹</a:t>
            </a:r>
            <a:br/>
            <a:r>
              <a:t>5. Chrome 加载解压后的文件夹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914400"/>
            <a:ext cx="5303520" cy="5486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方法二：git clone（推荐）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  <a:latin typeface="Microsoft YaHei"/>
              </a:defRPr>
            </a:pPr>
            <a:r>
              <a:t>1. 对方装好 Git</a:t>
            </a:r>
            <a:br/>
            <a:r>
              <a:t>2. 打开终端输入：</a:t>
            </a:r>
            <a:br/>
            <a:r>
              <a:t>   git clone https://github.com/</a:t>
            </a:r>
            <a:br/>
            <a:r>
              <a:t>   mmm1111lhc/keyword-magnifier</a:t>
            </a:r>
            <a:br/>
            <a:r>
              <a:t>3. 以后可以 git pull 更新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🔍 关键词放大镜 — 功能一览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1737360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🎯 选中放大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  <a:latin typeface="Microsoft YaHei"/>
              </a:defRPr>
            </a:pPr>
            <a:r>
              <a:t>拖选文字自动放大2倍</a:t>
            </a:r>
            <a:br/>
            <a:r>
              <a:t>Ctrl+点击放大单词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914400"/>
            <a:ext cx="1737360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🖥️ 演示模式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  <a:latin typeface="Microsoft YaHei"/>
              </a:defRPr>
            </a:pPr>
            <a:r>
              <a:t>大鼠标橙色光圈</a:t>
            </a:r>
            <a:br/>
            <a:r>
              <a:t>演示时更清晰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14400"/>
            <a:ext cx="1737360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✏️ 画笔勾画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630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  <a:latin typeface="Microsoft YaHei"/>
              </a:defRPr>
            </a:pPr>
            <a:r>
              <a:t>透明画板随意勾画</a:t>
            </a:r>
            <a:br/>
            <a:r>
              <a:t>支持电容笔/手指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914400"/>
            <a:ext cx="1737360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📝 中文备注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14630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  <a:latin typeface="Microsoft YaHei"/>
              </a:defRPr>
            </a:pPr>
            <a:r>
              <a:t>Alt+点击添加中文注释</a:t>
            </a:r>
            <a:br/>
            <a:r>
              <a:t>可隐藏/删除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914400"/>
            <a:ext cx="1737360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🫥 马赛克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  <a:latin typeface="Microsoft YaHei"/>
              </a:defRPr>
            </a:pPr>
            <a:r>
              <a:t>点击文字打码</a:t>
            </a:r>
            <a:br/>
            <a:r>
              <a:t>悬停预览，再点取消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95560" y="914400"/>
            <a:ext cx="1737360" cy="45720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🧹 擦除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14630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  <a:latin typeface="Microsoft YaHei"/>
              </a:defRPr>
            </a:pPr>
            <a:r>
              <a:t>悬停备注点✕删单个</a:t>
            </a:r>
            <a:br/>
            <a:r>
              <a:t>弹窗点按钮删全部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/>
          </a:prstGeom>
          <a:solidFill>
            <a:srgbClr val="FD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2328"/>
                </a:solidFill>
                <a:latin typeface="Microsoft YaHei"/>
              </a:defRPr>
            </a:pPr>
            <a:r>
              <a:t>🎉 恭喜！你的插件已成功上传到 GitHub！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D8C73"/>
                </a:solidFill>
                <a:latin typeface="Microsoft YaHei"/>
              </a:defRPr>
            </a:pPr>
            <a:r>
              <a:t>https://github.com/mmm1111lhc/keyword-magnifier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F2328"/>
                </a:solidFill>
                <a:latin typeface="Microsoft YaHei"/>
              </a:defRPr>
            </a:pPr>
            <a:r>
              <a:t>📌 你已掌握：</a:t>
            </a:r>
            <a:br/>
            <a:br/>
            <a:r>
              <a:t>✅ 注册 GitHub 账号</a:t>
            </a:r>
            <a:br/>
            <a:r>
              <a:t>✅ 创建仓库 + 上传代码</a:t>
            </a:r>
            <a:br/>
            <a:r>
              <a:t>✅ 更新代码到 GitHub</a:t>
            </a:r>
            <a:br/>
            <a:r>
              <a:t>✅ 下载/分享给其他人</a:t>
            </a:r>
            <a:br/>
            <a:br/>
            <a:r>
              <a:t>你的插件已上线，随时可以拿出来演示！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56D76"/>
                </a:solidFill>
                <a:latin typeface="Microsoft YaHei"/>
              </a:defRPr>
            </a:pPr>
            <a:r>
              <a:t>有任何问题随时问我 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