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"/>
          </a:xfrm>
          <a:prstGeom prst="roundRect">
            <a:avLst/>
          </a:prstGeom>
          <a:solidFill>
            <a:srgbClr val="FD8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F2328"/>
                </a:solidFill>
                <a:latin typeface="Microsoft YaHei"/>
              </a:defRPr>
            </a:pPr>
            <a:r>
              <a:t>📤 上传 Chrome 扩展到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56D76"/>
                </a:solidFill>
                <a:latin typeface="Microsoft YaHei"/>
              </a:defRPr>
            </a:pPr>
            <a:r>
              <a:t>零基础手把手教学 · 文科生也能看懂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D8C73"/>
                </a:solidFill>
                <a:latin typeface="Microsoft YaHei"/>
              </a:defRPr>
            </a:pPr>
            <a:r>
              <a:t>「关键词放大镜」Chrome 扩展 — 上传全流程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645920" cy="594360"/>
          </a:xfrm>
          <a:prstGeom prst="roundRect">
            <a:avLst/>
          </a:prstGeom>
          <a:solidFill>
            <a:srgbClr val="FD8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① 注册账号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572000"/>
            <a:ext cx="1645920" cy="594360"/>
          </a:xfrm>
          <a:prstGeom prst="roundRect">
            <a:avLst/>
          </a:prstGeom>
          <a:solidFill>
            <a:srgbClr val="E8E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1F2328"/>
                </a:solidFill>
                <a:latin typeface="Microsoft YaHei"/>
              </a:defRPr>
            </a:pPr>
            <a:r>
              <a:t>② 登录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4572000"/>
            <a:ext cx="1645920" cy="594360"/>
          </a:xfrm>
          <a:prstGeom prst="roundRect">
            <a:avLst/>
          </a:prstGeom>
          <a:solidFill>
            <a:srgbClr val="E8E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1F2328"/>
                </a:solidFill>
                <a:latin typeface="Microsoft YaHei"/>
              </a:defRPr>
            </a:pPr>
            <a:r>
              <a:t>③ 创建仓库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4572000"/>
            <a:ext cx="1645920" cy="594360"/>
          </a:xfrm>
          <a:prstGeom prst="roundRect">
            <a:avLst/>
          </a:prstGeom>
          <a:solidFill>
            <a:srgbClr val="E8E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1F2328"/>
                </a:solidFill>
                <a:latin typeface="Microsoft YaHei"/>
              </a:defRPr>
            </a:pPr>
            <a:r>
              <a:t>④ 填写信息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4572000"/>
            <a:ext cx="1645920" cy="594360"/>
          </a:xfrm>
          <a:prstGeom prst="roundRect">
            <a:avLst/>
          </a:prstGeom>
          <a:solidFill>
            <a:srgbClr val="E8E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1F2328"/>
                </a:solidFill>
                <a:latin typeface="Microsoft YaHei"/>
              </a:defRPr>
            </a:pPr>
            <a:r>
              <a:t>⑤ 执行命令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32720" y="4572000"/>
            <a:ext cx="1645920" cy="594360"/>
          </a:xfrm>
          <a:prstGeom prst="roundRect">
            <a:avLst/>
          </a:prstGeom>
          <a:solidFill>
            <a:srgbClr val="E8E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1F2328"/>
                </a:solidFill>
                <a:latin typeface="Microsoft YaHei"/>
              </a:defRPr>
            </a:pPr>
            <a:r>
              <a:t>⑥ 上传成功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457200"/>
          </a:xfrm>
          <a:prstGeom prst="roundRect">
            <a:avLst/>
          </a:prstGeom>
          <a:solidFill>
            <a:srgbClr val="FD8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步骤 ①：打开 GitHub 首页</a:t>
            </a:r>
          </a:p>
        </p:txBody>
      </p:sp>
      <p:pic>
        <p:nvPicPr>
          <p:cNvPr id="4" name="Picture 3" descr="01_github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4360"/>
            <a:ext cx="8046720" cy="5669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95360" y="594360"/>
            <a:ext cx="3291840" cy="5669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D8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0" y="731520"/>
            <a:ext cx="1828800" cy="320040"/>
          </a:xfrm>
          <a:prstGeom prst="roundRect">
            <a:avLst/>
          </a:prstGeom>
          <a:solidFill>
            <a:srgbClr val="FD8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步骤 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12801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328"/>
                </a:solidFill>
                <a:latin typeface="Microsoft YaHei"/>
              </a:defRPr>
            </a:pPr>
            <a:r>
              <a:t>第一步：打开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002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778240" y="1920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在浏览器地址栏输入：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2402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https://github.com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25603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778240" y="2880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328"/>
                </a:solidFill>
                <a:latin typeface="Microsoft YaHei"/>
              </a:defRPr>
            </a:pPr>
            <a:r>
              <a:t>第二步：注册或登录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778240" y="35204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• 没有账号 → 点 Sign 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38404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• 已有账号 → 点 Sign 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56D76"/>
                </a:solidFill>
                <a:latin typeface="Microsoft YaHei"/>
              </a:defRPr>
            </a:pPr>
            <a:r>
              <a:t>💡 GitHub 是全球最大的</a:t>
            </a:r>
            <a:br/>
            <a:r>
              <a:t>代码托管平台（免费）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6309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56D76"/>
                </a:solidFill>
                <a:latin typeface="Microsoft YaHei"/>
              </a:defRPr>
            </a:pPr>
            <a:r>
              <a:t>①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457200"/>
          </a:xfrm>
          <a:prstGeom prst="roundRect">
            <a:avLst/>
          </a:prstGeom>
          <a:solidFill>
            <a:srgbClr val="FD8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步骤 ②：登录你的账号</a:t>
            </a:r>
          </a:p>
        </p:txBody>
      </p:sp>
      <p:pic>
        <p:nvPicPr>
          <p:cNvPr id="4" name="Picture 3" descr="02_github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4360"/>
            <a:ext cx="8046720" cy="5669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95360" y="594360"/>
            <a:ext cx="3291840" cy="5669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D8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0" y="731520"/>
            <a:ext cx="1828800" cy="320040"/>
          </a:xfrm>
          <a:prstGeom prst="roundRect">
            <a:avLst/>
          </a:prstGeom>
          <a:solidFill>
            <a:srgbClr val="FD8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步骤 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12801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328"/>
                </a:solidFill>
                <a:latin typeface="Microsoft YaHei"/>
              </a:defRPr>
            </a:pPr>
            <a:r>
              <a:t>输入你的信息：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002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778240" y="1920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• Username / Email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2402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• Password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25603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778240" y="2880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→ 点击 Sign in 登录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778240" y="35204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💡 新用户先注册：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38404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填邮箱 → 设密码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4160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验证邮箱 → 选 Free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6309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56D76"/>
                </a:solidFill>
                <a:latin typeface="Microsoft YaHei"/>
              </a:defRPr>
            </a:pPr>
            <a:r>
              <a:t>②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457200"/>
          </a:xfrm>
          <a:prstGeom prst="roundRect">
            <a:avLst/>
          </a:prstGeom>
          <a:solidFill>
            <a:srgbClr val="FD8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步骤 ③：创建新仓库</a:t>
            </a:r>
          </a:p>
        </p:txBody>
      </p:sp>
      <p:pic>
        <p:nvPicPr>
          <p:cNvPr id="4" name="Picture 3" descr="02_github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4360"/>
            <a:ext cx="8046720" cy="5669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95360" y="594360"/>
            <a:ext cx="3291840" cy="5669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D8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0" y="731520"/>
            <a:ext cx="1828800" cy="320040"/>
          </a:xfrm>
          <a:prstGeom prst="roundRect">
            <a:avLst/>
          </a:prstGeom>
          <a:solidFill>
            <a:srgbClr val="FD8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步骤 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12801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328"/>
                </a:solidFill>
                <a:latin typeface="Microsoft YaHei"/>
              </a:defRPr>
            </a:pPr>
            <a:r>
              <a:t>找到新建按钮：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002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778240" y="1920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方法 1：点右上角 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2402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  → New repository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25603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778240" y="2880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方法 2：首页左侧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  → Repositories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35204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  → 绿色 New 按钮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38404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778240" y="4160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📌 一个仓库 = 一个项目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6309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56D76"/>
                </a:solidFill>
                <a:latin typeface="Microsoft YaHei"/>
              </a:defRPr>
            </a:pPr>
            <a:r>
              <a:t>③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457200"/>
          </a:xfrm>
          <a:prstGeom prst="roundRect">
            <a:avLst/>
          </a:prstGeom>
          <a:solidFill>
            <a:srgbClr val="FD8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步骤 ④：项目页面长这样</a:t>
            </a:r>
          </a:p>
        </p:txBody>
      </p:sp>
      <p:pic>
        <p:nvPicPr>
          <p:cNvPr id="4" name="Picture 3" descr="04_github_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4360"/>
            <a:ext cx="8046720" cy="5669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95360" y="594360"/>
            <a:ext cx="3291840" cy="5669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D8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0" y="731520"/>
            <a:ext cx="1828800" cy="320040"/>
          </a:xfrm>
          <a:prstGeom prst="roundRect">
            <a:avLst/>
          </a:prstGeom>
          <a:solidFill>
            <a:srgbClr val="FD8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步骤 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12801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328"/>
                </a:solidFill>
                <a:latin typeface="Microsoft YaHei"/>
              </a:defRPr>
            </a:pPr>
            <a:r>
              <a:t>仓库创建成功后：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002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778240" y="1920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你会看到这个页面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2402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包含：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25603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778240" y="2880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• 📁 文件列表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• 📄 README 说明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35204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• ⭐ Star / 🍴 Fork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38404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• 顶部导航标签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4160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778240" y="448055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这就是你的项目主页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4800599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56D76"/>
                </a:solidFill>
                <a:latin typeface="Microsoft YaHei"/>
              </a:defRPr>
            </a:pPr>
            <a:r>
              <a:t>💡 点 Code 按钮可以</a:t>
            </a:r>
            <a:br/>
            <a:r>
              <a:t>看到仓库 URL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6309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56D76"/>
                </a:solidFill>
                <a:latin typeface="Microsoft YaHei"/>
              </a:defRPr>
            </a:pPr>
            <a:r>
              <a:t>④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457200"/>
          </a:xfrm>
          <a:prstGeom prst="roundRect">
            <a:avLst/>
          </a:prstGeom>
          <a:solidFill>
            <a:srgbClr val="FD8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步骤 ⑤：找到仓库 URL</a:t>
            </a:r>
          </a:p>
        </p:txBody>
      </p:sp>
      <p:pic>
        <p:nvPicPr>
          <p:cNvPr id="4" name="Picture 3" descr="04_github_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4360"/>
            <a:ext cx="8046720" cy="5669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95360" y="594360"/>
            <a:ext cx="3291840" cy="5669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D8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0" y="731520"/>
            <a:ext cx="1828800" cy="320040"/>
          </a:xfrm>
          <a:prstGeom prst="roundRect">
            <a:avLst/>
          </a:prstGeom>
          <a:solidFill>
            <a:srgbClr val="FD8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步骤 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12801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328"/>
                </a:solidFill>
                <a:latin typeface="Microsoft YaHei"/>
              </a:defRPr>
            </a:pPr>
            <a:r>
              <a:t>点击 Code 按钮：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002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778240" y="1920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弹出这个菜单：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2402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778240" y="25603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📍 最上面就是 URL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880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https://github.com/...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778240" y="35204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📋 点复制按钮 Copy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38404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778240" y="4160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或者 Download ZIP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448055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下载整个项目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4800599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56D76"/>
                </a:solidFill>
                <a:latin typeface="Microsoft YaHei"/>
              </a:defRPr>
            </a:pPr>
            <a:r>
              <a:t>⚠️ 把 URL 复制到记事本！</a:t>
            </a:r>
            <a:br/>
            <a:r>
              <a:t>后面要用到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6309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56D76"/>
                </a:solidFill>
                <a:latin typeface="Microsoft YaHei"/>
              </a:defRPr>
            </a:pPr>
            <a:r>
              <a:t>⑤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457200"/>
          </a:xfrm>
          <a:prstGeom prst="roundRect">
            <a:avLst/>
          </a:prstGeom>
          <a:solidFill>
            <a:srgbClr val="FD8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步骤 ⑥：浏览代码</a:t>
            </a:r>
          </a:p>
        </p:txBody>
      </p:sp>
      <p:pic>
        <p:nvPicPr>
          <p:cNvPr id="4" name="Picture 3" descr="04_github_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4360"/>
            <a:ext cx="8046720" cy="5669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95360" y="594360"/>
            <a:ext cx="3291840" cy="5669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D8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0" y="731520"/>
            <a:ext cx="1828800" cy="320040"/>
          </a:xfrm>
          <a:prstGeom prst="roundRect">
            <a:avLst/>
          </a:prstGeom>
          <a:solidFill>
            <a:srgbClr val="FD8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步骤 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12801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328"/>
                </a:solidFill>
                <a:latin typeface="Microsoft YaHei"/>
              </a:defRPr>
            </a:pPr>
            <a:r>
              <a:t>点进任意文件：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002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778240" y="1920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可以看到代码内容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2402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GitHub 自动语法高亮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25603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778240" y="2880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这就是我们的插件代码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778240" y="35204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🎯 选中文字 → 放大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38404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🖥️ 演示模式 → 大鼠标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4160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📝 Alt+点击 → 中文备注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56D76"/>
                </a:solidFill>
                <a:latin typeface="Microsoft YaHei"/>
              </a:defRPr>
            </a:pPr>
            <a:r>
              <a:t>💡 双击代码里的单词</a:t>
            </a:r>
            <a:br/>
            <a:r>
              <a:t>可以快速选中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6309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56D76"/>
                </a:solidFill>
                <a:latin typeface="Microsoft YaHei"/>
              </a:defRPr>
            </a:pPr>
            <a:r>
              <a:t>⑥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457200"/>
          </a:xfrm>
          <a:prstGeom prst="roundRect">
            <a:avLst/>
          </a:prstGeom>
          <a:solidFill>
            <a:srgbClr val="FD8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步骤 ⑦：上传后的项目主页</a:t>
            </a:r>
          </a:p>
        </p:txBody>
      </p:sp>
      <p:pic>
        <p:nvPicPr>
          <p:cNvPr id="4" name="Picture 3" descr="04_github_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4360"/>
            <a:ext cx="8046720" cy="5669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95360" y="594360"/>
            <a:ext cx="3291840" cy="5669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D8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0" y="731520"/>
            <a:ext cx="1828800" cy="320040"/>
          </a:xfrm>
          <a:prstGeom prst="roundRect">
            <a:avLst/>
          </a:prstGeom>
          <a:solidFill>
            <a:srgbClr val="FD8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步骤 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12801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328"/>
                </a:solidFill>
                <a:latin typeface="Microsoft YaHei"/>
              </a:defRPr>
            </a:pPr>
            <a:r>
              <a:t>执行完上传命令后：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002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778240" y="1920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刷新页面，你会看到：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2402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778240" y="25603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✅ 所有文件都出现了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880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  manifest.json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  content.js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35204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  content.css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38404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  popup.html / popup.js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4160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778240" y="448055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✅ 有提交记录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4800599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56D76"/>
                </a:solidFill>
                <a:latin typeface="Microsoft YaHei"/>
              </a:defRPr>
            </a:pPr>
            <a:r>
              <a:t>🎉 上传成功！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6309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56D76"/>
                </a:solidFill>
                <a:latin typeface="Microsoft YaHei"/>
              </a:defRPr>
            </a:pPr>
            <a:r>
              <a:t>⑦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457200"/>
          </a:xfrm>
          <a:prstGeom prst="roundRect">
            <a:avLst/>
          </a:prstGeom>
          <a:solidFill>
            <a:srgbClr val="FD8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步骤 ⑧：Issues 反馈区（可选）</a:t>
            </a:r>
          </a:p>
        </p:txBody>
      </p:sp>
      <p:pic>
        <p:nvPicPr>
          <p:cNvPr id="4" name="Picture 3" descr="04_github_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4360"/>
            <a:ext cx="8046720" cy="5669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95360" y="594360"/>
            <a:ext cx="3291840" cy="5669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D8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0" y="731520"/>
            <a:ext cx="1828800" cy="320040"/>
          </a:xfrm>
          <a:prstGeom prst="roundRect">
            <a:avLst/>
          </a:prstGeom>
          <a:solidFill>
            <a:srgbClr val="FD8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步骤 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12801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328"/>
                </a:solidFill>
                <a:latin typeface="Microsoft YaHei"/>
              </a:defRPr>
            </a:pPr>
            <a:r>
              <a:t>Issues = 问题反馈区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002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778240" y="1920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别人可以在这里：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2402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778240" y="25603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• 🐛 报告 Bug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880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• 💡 提建议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• ❓ 问问题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35204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778240" y="38404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你也可以用来：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4160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• 📝 记录待办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56D76"/>
                </a:solidFill>
                <a:latin typeface="Microsoft YaHei"/>
              </a:defRPr>
            </a:pPr>
            <a:r>
              <a:t>💡 初学者可以先不用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6309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56D76"/>
                </a:solidFill>
                <a:latin typeface="Microsoft YaHei"/>
              </a:defRPr>
            </a:pPr>
            <a:r>
              <a:t>⑧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457200"/>
          </a:xfrm>
          <a:prstGeom prst="roundRect">
            <a:avLst/>
          </a:prstGeom>
          <a:solidFill>
            <a:srgbClr val="FD8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步骤 ⑨：项目设置</a:t>
            </a:r>
          </a:p>
        </p:txBody>
      </p:sp>
      <p:pic>
        <p:nvPicPr>
          <p:cNvPr id="4" name="Picture 3" descr="04_github_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4360"/>
            <a:ext cx="8046720" cy="5669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95360" y="594360"/>
            <a:ext cx="3291840" cy="5669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D8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0" y="731520"/>
            <a:ext cx="1828800" cy="320040"/>
          </a:xfrm>
          <a:prstGeom prst="roundRect">
            <a:avLst/>
          </a:prstGeom>
          <a:solidFill>
            <a:srgbClr val="FD8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步骤 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12801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328"/>
                </a:solidFill>
                <a:latin typeface="Microsoft YaHei"/>
              </a:defRPr>
            </a:pPr>
            <a:r>
              <a:t>Settings = 项目设置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002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778240" y="1920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可以修改：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2402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778240" y="25603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• 项目名称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880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• 项目描述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• 添加协作者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35204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778240" y="38404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⚠️ 底部 Danger Zone：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4160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  Delete = 删除项目！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448055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  不要乱点！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6309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56D76"/>
                </a:solidFill>
                <a:latin typeface="Microsoft YaHei"/>
              </a:defRPr>
            </a:pPr>
            <a:r>
              <a:t>⑨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457200"/>
          </a:xfrm>
          <a:prstGeom prst="roundRect">
            <a:avLst/>
          </a:prstGeom>
          <a:solidFill>
            <a:srgbClr val="FD8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步骤 ⑩：打开终端，执行上传命令</a:t>
            </a:r>
          </a:p>
        </p:txBody>
      </p:sp>
      <p:pic>
        <p:nvPicPr>
          <p:cNvPr id="4" name="Picture 3" descr="10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0080"/>
            <a:ext cx="1124712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457200"/>
          </a:xfrm>
          <a:prstGeom prst="roundRect">
            <a:avLst/>
          </a:prstGeom>
          <a:solidFill>
            <a:srgbClr val="2DA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🔄 以后修改了代码怎么更新？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914400"/>
            <a:ext cx="3200400" cy="1371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1F2328"/>
                </a:solidFill>
                <a:latin typeface="Microsoft YaHei"/>
              </a:defRPr>
            </a:pPr>
            <a:r>
              <a:t>📝 修改代码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2834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用编辑器修改本地文件</a:t>
            </a:r>
            <a:br/>
            <a:r>
              <a:t>content.js / content.css 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D8C73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914400"/>
            <a:ext cx="320040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D8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1F2328"/>
                </a:solidFill>
                <a:latin typeface="Microsoft YaHei"/>
              </a:defRPr>
            </a:pPr>
            <a:r>
              <a:t>🖥️ 执行 4 条命令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468880"/>
            <a:ext cx="2834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cd ~/chrome-enlarge-selection</a:t>
            </a:r>
            <a:br/>
            <a:r>
              <a:t>git add .</a:t>
            </a:r>
            <a:br/>
            <a:r>
              <a:t>git commit -m "改了啥"</a:t>
            </a:r>
            <a:br/>
            <a:r>
              <a:t>git push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D8C73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914400"/>
            <a:ext cx="3200400" cy="1371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1F2328"/>
                </a:solidFill>
                <a:latin typeface="Microsoft YaHei"/>
              </a:defRPr>
            </a:pPr>
            <a:r>
              <a:t>☁️ 自动同步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468880"/>
            <a:ext cx="2834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  <a:latin typeface="Microsoft YaHei"/>
              </a:defRPr>
            </a:pPr>
            <a:r>
              <a:t>刷新 GitHub 页面</a:t>
            </a:r>
            <a:br/>
            <a:r>
              <a:t>就能看到最新代码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8C73"/>
                </a:solidFill>
                <a:latin typeface="Microsoft YaHei"/>
              </a:defRPr>
            </a:pPr>
            <a:r>
              <a:t>💡 记住 4 个词就够了：cd → add → commit → push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  <a:latin typeface="Microsoft YaHei"/>
              </a:defRPr>
            </a:pPr>
            <a:r>
              <a:t>📋 速查：以后只需要记住这 3 条命令（第一条 cd 进入项目）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"/>
          </a:xfrm>
          <a:prstGeom prst="roundRect">
            <a:avLst/>
          </a:prstGeom>
          <a:solidFill>
            <a:srgbClr val="FD8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F2328"/>
                </a:solidFill>
                <a:latin typeface="Microsoft YaHei"/>
              </a:defRPr>
            </a:pPr>
            <a:r>
              <a:t>🎉 恭喜！你已掌握 GitHub 上传！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56D76"/>
                </a:solidFill>
                <a:latin typeface="Microsoft YaHei"/>
              </a:defRPr>
            </a:pPr>
            <a:r>
              <a:t>以后再也不用担心代码丢失，还能分享给全世界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926080"/>
            <a:ext cx="173736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D8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D8C73"/>
                </a:solidFill>
                <a:latin typeface="Microsoft YaHei"/>
              </a:defRPr>
            </a:pPr>
            <a:r>
              <a:t>① 注册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8328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F2328"/>
                </a:solidFill>
                <a:latin typeface="Microsoft YaHei"/>
              </a:defRPr>
            </a:pPr>
            <a:r>
              <a:t>github.com</a:t>
            </a:r>
            <a:br/>
            <a:r>
              <a:t>点 Sign up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2926080"/>
            <a:ext cx="173736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D8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30175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D8C73"/>
                </a:solidFill>
                <a:latin typeface="Microsoft YaHei"/>
              </a:defRPr>
            </a:pPr>
            <a:r>
              <a:t>② 登录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338328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F2328"/>
                </a:solidFill>
                <a:latin typeface="Microsoft YaHei"/>
              </a:defRPr>
            </a:pPr>
            <a:r>
              <a:t>输入邮箱</a:t>
            </a:r>
            <a:br/>
            <a:r>
              <a:t>和密码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2926080"/>
            <a:ext cx="173736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D8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30175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D8C73"/>
                </a:solidFill>
                <a:latin typeface="Microsoft YaHei"/>
              </a:defRPr>
            </a:pPr>
            <a:r>
              <a:t>③ 创建仓库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38328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F2328"/>
                </a:solidFill>
                <a:latin typeface="Microsoft YaHei"/>
              </a:defRPr>
            </a:pPr>
            <a:r>
              <a:t>点 ➕</a:t>
            </a:r>
            <a:br/>
            <a:r>
              <a:t>→ New repo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926080"/>
            <a:ext cx="173736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D8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30175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D8C73"/>
                </a:solidFill>
                <a:latin typeface="Microsoft YaHei"/>
              </a:defRPr>
            </a:pPr>
            <a:r>
              <a:t>④ 复制 URL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38328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F2328"/>
                </a:solidFill>
                <a:latin typeface="Microsoft YaHei"/>
              </a:defRPr>
            </a:pPr>
            <a:r>
              <a:t>Code 按钮</a:t>
            </a:r>
            <a:br/>
            <a:r>
              <a:t>复制 HTTPS 地址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926080"/>
            <a:ext cx="173736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D8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30175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D8C73"/>
                </a:solidFill>
                <a:latin typeface="Microsoft YaHei"/>
              </a:defRPr>
            </a:pPr>
            <a:r>
              <a:t>⑤ 6条命令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338328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F2328"/>
                </a:solidFill>
                <a:latin typeface="Microsoft YaHei"/>
              </a:defRPr>
            </a:pPr>
            <a:r>
              <a:t>cd→init→add</a:t>
            </a:r>
            <a:br/>
            <a:r>
              <a:t>→commit→push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66960" y="2926080"/>
            <a:ext cx="173736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A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0" y="30175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DA44E"/>
                </a:solidFill>
                <a:latin typeface="Microsoft YaHei"/>
              </a:defRPr>
            </a:pPr>
            <a:r>
              <a:t>⑥ 以后更新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338328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F2328"/>
                </a:solidFill>
                <a:latin typeface="Microsoft YaHei"/>
              </a:defRPr>
            </a:pPr>
            <a:r>
              <a:t>cd→add</a:t>
            </a:r>
            <a:br/>
            <a:r>
              <a:t>→commit→push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F2328"/>
                </a:solidFill>
                <a:latin typeface="Microsoft YaHei"/>
              </a:defRPr>
            </a:pPr>
            <a:r>
              <a:t>现在打开 chrome://extensions 刷新你的插件吧！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56D76"/>
                </a:solidFill>
                <a:latin typeface="Microsoft YaHei"/>
              </a:defRPr>
            </a:pPr>
            <a:r>
              <a:t>有任何问题随时问我 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